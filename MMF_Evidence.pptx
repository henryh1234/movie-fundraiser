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 id="2147483672" r:id="rId3"/>
  </p:sldMasterIdLst>
  <p:notesMasterIdLst>
    <p:notesMasterId r:id="rId20"/>
  </p:notesMasterIdLst>
  <p:sldIdLst>
    <p:sldId id="256" r:id="rId4"/>
    <p:sldId id="257" r:id="rId5"/>
    <p:sldId id="258" r:id="rId6"/>
    <p:sldId id="272" r:id="rId7"/>
    <p:sldId id="273" r:id="rId8"/>
    <p:sldId id="265" r:id="rId9"/>
    <p:sldId id="270" r:id="rId10"/>
    <p:sldId id="259" r:id="rId11"/>
    <p:sldId id="260" r:id="rId12"/>
    <p:sldId id="267" r:id="rId13"/>
    <p:sldId id="266" r:id="rId14"/>
    <p:sldId id="261" r:id="rId15"/>
    <p:sldId id="268" r:id="rId16"/>
    <p:sldId id="269" r:id="rId17"/>
    <p:sldId id="262" r:id="rId18"/>
    <p:sldId id="263"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F982B6-97C2-4251-9995-CCFB9177EFF9}" v="5" dt="2026-05-23T22:00:48.186"/>
  </p1510:revLst>
</p1510:revInfo>
</file>

<file path=ppt/tableStyles.xml><?xml version="1.0" encoding="utf-8"?>
<a:tblStyleLst xmlns:a="http://schemas.openxmlformats.org/drawingml/2006/main" def="{1B2B661C-7EBA-45AC-9AE6-A1DE2AE3977A}">
  <a:tblStyle styleId="{1B2B661C-7EBA-45AC-9AE6-A1DE2AE3977A}"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E75342B-3392-498A-B128-D8993A5A64EE}"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906"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28" Type="http://schemas.openxmlformats.org/officeDocument/2006/relationships/customXml" Target="../customXml/item2.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 Id="rId27"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e Macri" userId="2035b873-3808-402f-a6bf-759a7261c9d5" providerId="ADAL" clId="{8BEDA98A-F70F-427A-8A9F-EFC880C3B809}"/>
    <pc:docChg chg="undo custSel addSld delSld modSld sldOrd">
      <pc:chgData name="Lee Macri" userId="2035b873-3808-402f-a6bf-759a7261c9d5" providerId="ADAL" clId="{8BEDA98A-F70F-427A-8A9F-EFC880C3B809}" dt="2026-05-22T00:03:34.277" v="512" actId="20577"/>
      <pc:docMkLst>
        <pc:docMk/>
      </pc:docMkLst>
      <pc:sldChg chg="modSp mod">
        <pc:chgData name="Lee Macri" userId="2035b873-3808-402f-a6bf-759a7261c9d5" providerId="ADAL" clId="{8BEDA98A-F70F-427A-8A9F-EFC880C3B809}" dt="2026-05-21T23:57:54.334" v="197" actId="21"/>
        <pc:sldMkLst>
          <pc:docMk/>
          <pc:sldMk cId="0" sldId="259"/>
        </pc:sldMkLst>
        <pc:spChg chg="mod">
          <ac:chgData name="Lee Macri" userId="2035b873-3808-402f-a6bf-759a7261c9d5" providerId="ADAL" clId="{8BEDA98A-F70F-427A-8A9F-EFC880C3B809}" dt="2026-05-21T23:57:54.334" v="197" actId="21"/>
          <ac:spMkLst>
            <pc:docMk/>
            <pc:sldMk cId="0" sldId="259"/>
            <ac:spMk id="122" creationId="{00000000-0000-0000-0000-000000000000}"/>
          </ac:spMkLst>
        </pc:spChg>
      </pc:sldChg>
      <pc:sldChg chg="addSp modSp mod">
        <pc:chgData name="Lee Macri" userId="2035b873-3808-402f-a6bf-759a7261c9d5" providerId="ADAL" clId="{8BEDA98A-F70F-427A-8A9F-EFC880C3B809}" dt="2026-05-21T23:58:40.917" v="277" actId="20577"/>
        <pc:sldMkLst>
          <pc:docMk/>
          <pc:sldMk cId="0" sldId="260"/>
        </pc:sldMkLst>
        <pc:spChg chg="add mod">
          <ac:chgData name="Lee Macri" userId="2035b873-3808-402f-a6bf-759a7261c9d5" providerId="ADAL" clId="{8BEDA98A-F70F-427A-8A9F-EFC880C3B809}" dt="2026-05-21T23:58:40.917" v="277" actId="20577"/>
          <ac:spMkLst>
            <pc:docMk/>
            <pc:sldMk cId="0" sldId="260"/>
            <ac:spMk id="2" creationId="{0FC8C767-A9F4-062A-78A6-105B5EDFC9D6}"/>
          </ac:spMkLst>
        </pc:spChg>
        <pc:spChg chg="mod">
          <ac:chgData name="Lee Macri" userId="2035b873-3808-402f-a6bf-759a7261c9d5" providerId="ADAL" clId="{8BEDA98A-F70F-427A-8A9F-EFC880C3B809}" dt="2026-05-21T23:58:00.630" v="198" actId="1076"/>
          <ac:spMkLst>
            <pc:docMk/>
            <pc:sldMk cId="0" sldId="260"/>
            <ac:spMk id="127" creationId="{00000000-0000-0000-0000-000000000000}"/>
          </ac:spMkLst>
        </pc:spChg>
      </pc:sldChg>
      <pc:sldChg chg="modSp mod">
        <pc:chgData name="Lee Macri" userId="2035b873-3808-402f-a6bf-759a7261c9d5" providerId="ADAL" clId="{8BEDA98A-F70F-427A-8A9F-EFC880C3B809}" dt="2026-05-22T00:00:09.825" v="296" actId="20577"/>
        <pc:sldMkLst>
          <pc:docMk/>
          <pc:sldMk cId="0" sldId="261"/>
        </pc:sldMkLst>
        <pc:spChg chg="mod">
          <ac:chgData name="Lee Macri" userId="2035b873-3808-402f-a6bf-759a7261c9d5" providerId="ADAL" clId="{8BEDA98A-F70F-427A-8A9F-EFC880C3B809}" dt="2026-05-22T00:00:09.825" v="296" actId="20577"/>
          <ac:spMkLst>
            <pc:docMk/>
            <pc:sldMk cId="0" sldId="261"/>
            <ac:spMk id="132" creationId="{00000000-0000-0000-0000-000000000000}"/>
          </ac:spMkLst>
        </pc:spChg>
      </pc:sldChg>
      <pc:sldChg chg="modSp add mod">
        <pc:chgData name="Lee Macri" userId="2035b873-3808-402f-a6bf-759a7261c9d5" providerId="ADAL" clId="{8BEDA98A-F70F-427A-8A9F-EFC880C3B809}" dt="2026-05-21T23:57:01.644" v="105" actId="20577"/>
        <pc:sldMkLst>
          <pc:docMk/>
          <pc:sldMk cId="0" sldId="265"/>
        </pc:sldMkLst>
        <pc:spChg chg="mod">
          <ac:chgData name="Lee Macri" userId="2035b873-3808-402f-a6bf-759a7261c9d5" providerId="ADAL" clId="{8BEDA98A-F70F-427A-8A9F-EFC880C3B809}" dt="2026-05-21T23:57:01.644" v="105" actId="20577"/>
          <ac:spMkLst>
            <pc:docMk/>
            <pc:sldMk cId="0" sldId="265"/>
            <ac:spMk id="129" creationId="{00000000-0000-0000-0000-000000000000}"/>
          </ac:spMkLst>
        </pc:spChg>
        <pc:spChg chg="mod">
          <ac:chgData name="Lee Macri" userId="2035b873-3808-402f-a6bf-759a7261c9d5" providerId="ADAL" clId="{8BEDA98A-F70F-427A-8A9F-EFC880C3B809}" dt="2026-05-21T23:56:35.006" v="25" actId="1076"/>
          <ac:spMkLst>
            <pc:docMk/>
            <pc:sldMk cId="0" sldId="265"/>
            <ac:spMk id="130" creationId="{00000000-0000-0000-0000-000000000000}"/>
          </ac:spMkLst>
        </pc:spChg>
      </pc:sldChg>
      <pc:sldChg chg="delSp modSp add mod">
        <pc:chgData name="Lee Macri" userId="2035b873-3808-402f-a6bf-759a7261c9d5" providerId="ADAL" clId="{8BEDA98A-F70F-427A-8A9F-EFC880C3B809}" dt="2026-05-21T23:59:07.001" v="283"/>
        <pc:sldMkLst>
          <pc:docMk/>
          <pc:sldMk cId="3531527816" sldId="266"/>
        </pc:sldMkLst>
      </pc:sldChg>
      <pc:sldChg chg="delSp modSp add mod">
        <pc:chgData name="Lee Macri" userId="2035b873-3808-402f-a6bf-759a7261c9d5" providerId="ADAL" clId="{8BEDA98A-F70F-427A-8A9F-EFC880C3B809}" dt="2026-05-21T23:59:10.733" v="286"/>
        <pc:sldMkLst>
          <pc:docMk/>
          <pc:sldMk cId="4020975056" sldId="267"/>
        </pc:sldMkLst>
      </pc:sldChg>
      <pc:sldChg chg="addSp modSp add mod ord">
        <pc:chgData name="Lee Macri" userId="2035b873-3808-402f-a6bf-759a7261c9d5" providerId="ADAL" clId="{8BEDA98A-F70F-427A-8A9F-EFC880C3B809}" dt="2026-05-22T00:02:31.446" v="465" actId="20577"/>
        <pc:sldMkLst>
          <pc:docMk/>
          <pc:sldMk cId="2418416755" sldId="268"/>
        </pc:sldMkLst>
        <pc:spChg chg="add mod">
          <ac:chgData name="Lee Macri" userId="2035b873-3808-402f-a6bf-759a7261c9d5" providerId="ADAL" clId="{8BEDA98A-F70F-427A-8A9F-EFC880C3B809}" dt="2026-05-22T00:02:26.158" v="458" actId="20577"/>
          <ac:spMkLst>
            <pc:docMk/>
            <pc:sldMk cId="2418416755" sldId="268"/>
            <ac:spMk id="2" creationId="{49EB09E7-9AB1-1B5D-44A5-E8415D554086}"/>
          </ac:spMkLst>
        </pc:spChg>
        <pc:spChg chg="mod">
          <ac:chgData name="Lee Macri" userId="2035b873-3808-402f-a6bf-759a7261c9d5" providerId="ADAL" clId="{8BEDA98A-F70F-427A-8A9F-EFC880C3B809}" dt="2026-05-22T00:02:31.446" v="465" actId="20577"/>
          <ac:spMkLst>
            <pc:docMk/>
            <pc:sldMk cId="2418416755" sldId="268"/>
            <ac:spMk id="127" creationId="{2F26356A-F740-D0B2-F5C9-CC6710BAD4CD}"/>
          </ac:spMkLst>
        </pc:spChg>
      </pc:sldChg>
      <pc:sldChg chg="modSp add mod">
        <pc:chgData name="Lee Macri" userId="2035b873-3808-402f-a6bf-759a7261c9d5" providerId="ADAL" clId="{8BEDA98A-F70F-427A-8A9F-EFC880C3B809}" dt="2026-05-22T00:03:34.277" v="512" actId="20577"/>
        <pc:sldMkLst>
          <pc:docMk/>
          <pc:sldMk cId="1025061572" sldId="269"/>
        </pc:sldMkLst>
        <pc:spChg chg="mod">
          <ac:chgData name="Lee Macri" userId="2035b873-3808-402f-a6bf-759a7261c9d5" providerId="ADAL" clId="{8BEDA98A-F70F-427A-8A9F-EFC880C3B809}" dt="2026-05-22T00:03:34.277" v="512" actId="20577"/>
          <ac:spMkLst>
            <pc:docMk/>
            <pc:sldMk cId="1025061572" sldId="269"/>
            <ac:spMk id="2" creationId="{A747211A-9972-198F-8F07-C969CBD7D627}"/>
          </ac:spMkLst>
        </pc:spChg>
        <pc:spChg chg="mod">
          <ac:chgData name="Lee Macri" userId="2035b873-3808-402f-a6bf-759a7261c9d5" providerId="ADAL" clId="{8BEDA98A-F70F-427A-8A9F-EFC880C3B809}" dt="2026-05-22T00:03:17.350" v="488" actId="20577"/>
          <ac:spMkLst>
            <pc:docMk/>
            <pc:sldMk cId="1025061572" sldId="269"/>
            <ac:spMk id="127" creationId="{C56F2D07-07FB-F289-56C1-59F74973E739}"/>
          </ac:spMkLst>
        </pc:spChg>
      </pc:sldChg>
      <pc:sldChg chg="new del">
        <pc:chgData name="Lee Macri" userId="2035b873-3808-402f-a6bf-759a7261c9d5" providerId="ADAL" clId="{8BEDA98A-F70F-427A-8A9F-EFC880C3B809}" dt="2026-05-22T00:03:02.163" v="467" actId="680"/>
        <pc:sldMkLst>
          <pc:docMk/>
          <pc:sldMk cId="2661342020" sldId="269"/>
        </pc:sldMkLst>
      </pc:sldChg>
    </pc:docChg>
  </pc:docChgLst>
  <pc:docChgLst>
    <pc:chgData name="Lee Macri" userId="2035b873-3808-402f-a6bf-759a7261c9d5" providerId="ADAL" clId="{C523E40F-BC33-4D14-B7F7-B0D9A78043EA}"/>
    <pc:docChg chg="undo custSel addSld delSld modSld">
      <pc:chgData name="Lee Macri" userId="2035b873-3808-402f-a6bf-759a7261c9d5" providerId="ADAL" clId="{C523E40F-BC33-4D14-B7F7-B0D9A78043EA}" dt="2026-05-23T22:01:02.957" v="496" actId="20577"/>
      <pc:docMkLst>
        <pc:docMk/>
      </pc:docMkLst>
      <pc:sldChg chg="modSp mod">
        <pc:chgData name="Lee Macri" userId="2035b873-3808-402f-a6bf-759a7261c9d5" providerId="ADAL" clId="{C523E40F-BC33-4D14-B7F7-B0D9A78043EA}" dt="2026-05-23T22:00:21.461" v="491" actId="20577"/>
        <pc:sldMkLst>
          <pc:docMk/>
          <pc:sldMk cId="0" sldId="256"/>
        </pc:sldMkLst>
        <pc:spChg chg="mod">
          <ac:chgData name="Lee Macri" userId="2035b873-3808-402f-a6bf-759a7261c9d5" providerId="ADAL" clId="{C523E40F-BC33-4D14-B7F7-B0D9A78043EA}" dt="2026-05-23T22:00:21.461" v="491" actId="20577"/>
          <ac:spMkLst>
            <pc:docMk/>
            <pc:sldMk cId="0" sldId="256"/>
            <ac:spMk id="100" creationId="{00000000-0000-0000-0000-000000000000}"/>
          </ac:spMkLst>
        </pc:spChg>
      </pc:sldChg>
      <pc:sldChg chg="modSp mod">
        <pc:chgData name="Lee Macri" userId="2035b873-3808-402f-a6bf-759a7261c9d5" providerId="ADAL" clId="{C523E40F-BC33-4D14-B7F7-B0D9A78043EA}" dt="2026-05-23T03:14:35.017" v="230" actId="20577"/>
        <pc:sldMkLst>
          <pc:docMk/>
          <pc:sldMk cId="0" sldId="258"/>
        </pc:sldMkLst>
        <pc:spChg chg="mod">
          <ac:chgData name="Lee Macri" userId="2035b873-3808-402f-a6bf-759a7261c9d5" providerId="ADAL" clId="{C523E40F-BC33-4D14-B7F7-B0D9A78043EA}" dt="2026-05-23T03:14:35.017" v="230" actId="20577"/>
          <ac:spMkLst>
            <pc:docMk/>
            <pc:sldMk cId="0" sldId="258"/>
            <ac:spMk id="116" creationId="{00000000-0000-0000-0000-000000000000}"/>
          </ac:spMkLst>
        </pc:spChg>
      </pc:sldChg>
      <pc:sldChg chg="modSp mod">
        <pc:chgData name="Lee Macri" userId="2035b873-3808-402f-a6bf-759a7261c9d5" providerId="ADAL" clId="{C523E40F-BC33-4D14-B7F7-B0D9A78043EA}" dt="2026-05-23T22:00:48.186" v="494"/>
        <pc:sldMkLst>
          <pc:docMk/>
          <pc:sldMk cId="0" sldId="265"/>
        </pc:sldMkLst>
        <pc:spChg chg="mod">
          <ac:chgData name="Lee Macri" userId="2035b873-3808-402f-a6bf-759a7261c9d5" providerId="ADAL" clId="{C523E40F-BC33-4D14-B7F7-B0D9A78043EA}" dt="2026-05-23T22:00:48.186" v="494"/>
          <ac:spMkLst>
            <pc:docMk/>
            <pc:sldMk cId="0" sldId="265"/>
            <ac:spMk id="130" creationId="{00000000-0000-0000-0000-000000000000}"/>
          </ac:spMkLst>
        </pc:spChg>
      </pc:sldChg>
      <pc:sldChg chg="addSp delSp modSp mod">
        <pc:chgData name="Lee Macri" userId="2035b873-3808-402f-a6bf-759a7261c9d5" providerId="ADAL" clId="{C523E40F-BC33-4D14-B7F7-B0D9A78043EA}" dt="2026-05-23T22:01:02.957" v="496" actId="20577"/>
        <pc:sldMkLst>
          <pc:docMk/>
          <pc:sldMk cId="1025061572" sldId="269"/>
        </pc:sldMkLst>
        <pc:spChg chg="mod">
          <ac:chgData name="Lee Macri" userId="2035b873-3808-402f-a6bf-759a7261c9d5" providerId="ADAL" clId="{C523E40F-BC33-4D14-B7F7-B0D9A78043EA}" dt="2026-05-23T22:01:02.957" v="496" actId="20577"/>
          <ac:spMkLst>
            <pc:docMk/>
            <pc:sldMk cId="1025061572" sldId="269"/>
            <ac:spMk id="2" creationId="{A747211A-9972-198F-8F07-C969CBD7D627}"/>
          </ac:spMkLst>
        </pc:spChg>
        <pc:picChg chg="add del mod">
          <ac:chgData name="Lee Macri" userId="2035b873-3808-402f-a6bf-759a7261c9d5" providerId="ADAL" clId="{C523E40F-BC33-4D14-B7F7-B0D9A78043EA}" dt="2026-05-23T22:00:59.661" v="495" actId="478"/>
          <ac:picMkLst>
            <pc:docMk/>
            <pc:sldMk cId="1025061572" sldId="269"/>
            <ac:picMk id="4" creationId="{728C69FD-ED78-AE9A-EDAC-17B3BE25D435}"/>
          </ac:picMkLst>
        </pc:picChg>
      </pc:sldChg>
      <pc:sldChg chg="modSp add mod">
        <pc:chgData name="Lee Macri" userId="2035b873-3808-402f-a6bf-759a7261c9d5" providerId="ADAL" clId="{C523E40F-BC33-4D14-B7F7-B0D9A78043EA}" dt="2026-05-23T02:14:50.947" v="2" actId="6549"/>
        <pc:sldMkLst>
          <pc:docMk/>
          <pc:sldMk cId="2812654162" sldId="270"/>
        </pc:sldMkLst>
        <pc:spChg chg="mod">
          <ac:chgData name="Lee Macri" userId="2035b873-3808-402f-a6bf-759a7261c9d5" providerId="ADAL" clId="{C523E40F-BC33-4D14-B7F7-B0D9A78043EA}" dt="2026-05-23T02:14:50.947" v="2" actId="6549"/>
          <ac:spMkLst>
            <pc:docMk/>
            <pc:sldMk cId="2812654162" sldId="270"/>
            <ac:spMk id="129" creationId="{B76454EC-14C1-1C75-7BEF-F42572D20D7A}"/>
          </ac:spMkLst>
        </pc:spChg>
        <pc:spChg chg="mod">
          <ac:chgData name="Lee Macri" userId="2035b873-3808-402f-a6bf-759a7261c9d5" providerId="ADAL" clId="{C523E40F-BC33-4D14-B7F7-B0D9A78043EA}" dt="2026-05-23T02:14:48.613" v="1" actId="6549"/>
          <ac:spMkLst>
            <pc:docMk/>
            <pc:sldMk cId="2812654162" sldId="270"/>
            <ac:spMk id="130" creationId="{73A12EFB-EF58-432B-8CC2-917CA1EEF288}"/>
          </ac:spMkLst>
        </pc:spChg>
      </pc:sldChg>
      <pc:sldChg chg="new del">
        <pc:chgData name="Lee Macri" userId="2035b873-3808-402f-a6bf-759a7261c9d5" providerId="ADAL" clId="{C523E40F-BC33-4D14-B7F7-B0D9A78043EA}" dt="2026-05-23T03:14:44.416" v="233" actId="2696"/>
        <pc:sldMkLst>
          <pc:docMk/>
          <pc:sldMk cId="3842235970" sldId="271"/>
        </pc:sldMkLst>
      </pc:sldChg>
      <pc:sldChg chg="modSp add mod">
        <pc:chgData name="Lee Macri" userId="2035b873-3808-402f-a6bf-759a7261c9d5" providerId="ADAL" clId="{C523E40F-BC33-4D14-B7F7-B0D9A78043EA}" dt="2026-05-23T03:15:23.821" v="353" actId="20577"/>
        <pc:sldMkLst>
          <pc:docMk/>
          <pc:sldMk cId="2952804103" sldId="272"/>
        </pc:sldMkLst>
        <pc:spChg chg="mod">
          <ac:chgData name="Lee Macri" userId="2035b873-3808-402f-a6bf-759a7261c9d5" providerId="ADAL" clId="{C523E40F-BC33-4D14-B7F7-B0D9A78043EA}" dt="2026-05-23T03:15:23.821" v="353" actId="20577"/>
          <ac:spMkLst>
            <pc:docMk/>
            <pc:sldMk cId="2952804103" sldId="272"/>
            <ac:spMk id="116" creationId="{FFD7A31B-5CE7-7015-ACD3-F8799ADD265E}"/>
          </ac:spMkLst>
        </pc:spChg>
      </pc:sldChg>
      <pc:sldChg chg="add">
        <pc:chgData name="Lee Macri" userId="2035b873-3808-402f-a6bf-759a7261c9d5" providerId="ADAL" clId="{C523E40F-BC33-4D14-B7F7-B0D9A78043EA}" dt="2026-05-23T03:15:37.514" v="354" actId="2890"/>
        <pc:sldMkLst>
          <pc:docMk/>
          <pc:sldMk cId="3795199653"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ac10fef6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ac10fef6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17ef6bef30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17ef6bef30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ac10fef63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ac10fef63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Explain the relevant implications here.  Then as you work, develop your code, discuss how the implications are being met.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994BB881-1A51-D644-CB2C-A59C663E9161}"/>
            </a:ext>
          </a:extLst>
        </p:cNvPr>
        <p:cNvGrpSpPr/>
        <p:nvPr/>
      </p:nvGrpSpPr>
      <p:grpSpPr>
        <a:xfrm>
          <a:off x="0" y="0"/>
          <a:ext cx="0" cy="0"/>
          <a:chOff x="0" y="0"/>
          <a:chExt cx="0" cy="0"/>
        </a:xfrm>
      </p:grpSpPr>
      <p:sp>
        <p:nvSpPr>
          <p:cNvPr id="112" name="Google Shape;112;gac10fef634_0_6:notes">
            <a:extLst>
              <a:ext uri="{FF2B5EF4-FFF2-40B4-BE49-F238E27FC236}">
                <a16:creationId xmlns:a16="http://schemas.microsoft.com/office/drawing/2014/main" id="{612F47C1-86C7-0D25-281C-363E1CE9DD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ac10fef634_0_6:notes">
            <a:extLst>
              <a:ext uri="{FF2B5EF4-FFF2-40B4-BE49-F238E27FC236}">
                <a16:creationId xmlns:a16="http://schemas.microsoft.com/office/drawing/2014/main" id="{5122D671-350F-5633-DF7E-49FC9852BE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Explain the relevant implications here.  Then as you work, develop your code, discuss how the implications are being met.</a:t>
            </a:r>
            <a:endParaRPr/>
          </a:p>
        </p:txBody>
      </p:sp>
    </p:spTree>
    <p:extLst>
      <p:ext uri="{BB962C8B-B14F-4D97-AF65-F5344CB8AC3E}">
        <p14:creationId xmlns:p14="http://schemas.microsoft.com/office/powerpoint/2010/main" val="119695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1E96C3D8-E481-DCF5-AAB9-6B99352D007E}"/>
            </a:ext>
          </a:extLst>
        </p:cNvPr>
        <p:cNvGrpSpPr/>
        <p:nvPr/>
      </p:nvGrpSpPr>
      <p:grpSpPr>
        <a:xfrm>
          <a:off x="0" y="0"/>
          <a:ext cx="0" cy="0"/>
          <a:chOff x="0" y="0"/>
          <a:chExt cx="0" cy="0"/>
        </a:xfrm>
      </p:grpSpPr>
      <p:sp>
        <p:nvSpPr>
          <p:cNvPr id="112" name="Google Shape;112;gac10fef634_0_6:notes">
            <a:extLst>
              <a:ext uri="{FF2B5EF4-FFF2-40B4-BE49-F238E27FC236}">
                <a16:creationId xmlns:a16="http://schemas.microsoft.com/office/drawing/2014/main" id="{63340404-35CC-5B54-53A7-58D8F10944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ac10fef634_0_6:notes">
            <a:extLst>
              <a:ext uri="{FF2B5EF4-FFF2-40B4-BE49-F238E27FC236}">
                <a16:creationId xmlns:a16="http://schemas.microsoft.com/office/drawing/2014/main" id="{30A4942A-5965-C936-FF51-F669F7E239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Explain the relevant implications here.  Then as you work, develop your code, discuss how the implications are being met.</a:t>
            </a:r>
            <a:endParaRPr/>
          </a:p>
        </p:txBody>
      </p:sp>
    </p:spTree>
    <p:extLst>
      <p:ext uri="{BB962C8B-B14F-4D97-AF65-F5344CB8AC3E}">
        <p14:creationId xmlns:p14="http://schemas.microsoft.com/office/powerpoint/2010/main" val="20564175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1b35f026b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1b35f026b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5B45AC73-8178-CF5B-6D4D-D1B58C985FAB}"/>
            </a:ext>
          </a:extLst>
        </p:cNvPr>
        <p:cNvGrpSpPr/>
        <p:nvPr/>
      </p:nvGrpSpPr>
      <p:grpSpPr>
        <a:xfrm>
          <a:off x="0" y="0"/>
          <a:ext cx="0" cy="0"/>
          <a:chOff x="0" y="0"/>
          <a:chExt cx="0" cy="0"/>
        </a:xfrm>
      </p:grpSpPr>
      <p:sp>
        <p:nvSpPr>
          <p:cNvPr id="125" name="Google Shape;125;g31b35f026b3_0_66:notes">
            <a:extLst>
              <a:ext uri="{FF2B5EF4-FFF2-40B4-BE49-F238E27FC236}">
                <a16:creationId xmlns:a16="http://schemas.microsoft.com/office/drawing/2014/main" id="{D279BB1B-357E-E863-25BB-BDA731EF74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1b35f026b3_0_66:notes">
            <a:extLst>
              <a:ext uri="{FF2B5EF4-FFF2-40B4-BE49-F238E27FC236}">
                <a16:creationId xmlns:a16="http://schemas.microsoft.com/office/drawing/2014/main" id="{B3213DD3-1206-1EB9-B2D6-3752E5FA47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2563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ac10fef63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ac10fef63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Paste screenshots of your initial Trello board / task decomposition on this slide.  If you have a long list, you might need to break it up into several columns.  Delete this instruction when you are done.</a:t>
            </a:r>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ac10fef63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ac10fef63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57ED3563-3870-AA99-BFB4-EC9A05E79E0E}"/>
            </a:ext>
          </a:extLst>
        </p:cNvPr>
        <p:cNvGrpSpPr/>
        <p:nvPr/>
      </p:nvGrpSpPr>
      <p:grpSpPr>
        <a:xfrm>
          <a:off x="0" y="0"/>
          <a:ext cx="0" cy="0"/>
          <a:chOff x="0" y="0"/>
          <a:chExt cx="0" cy="0"/>
        </a:xfrm>
      </p:grpSpPr>
      <p:sp>
        <p:nvSpPr>
          <p:cNvPr id="124" name="Google Shape;124;gac10fef634_0_16:notes">
            <a:extLst>
              <a:ext uri="{FF2B5EF4-FFF2-40B4-BE49-F238E27FC236}">
                <a16:creationId xmlns:a16="http://schemas.microsoft.com/office/drawing/2014/main" id="{1FB9802A-7C3A-1BF3-C16D-C81E847F5F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ac10fef634_0_16:notes">
            <a:extLst>
              <a:ext uri="{FF2B5EF4-FFF2-40B4-BE49-F238E27FC236}">
                <a16:creationId xmlns:a16="http://schemas.microsoft.com/office/drawing/2014/main" id="{FA2A5E6F-D6A5-C588-B803-1EAE5043C5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7655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57359D31-0411-8C99-A84F-58AC7CE21C1A}"/>
            </a:ext>
          </a:extLst>
        </p:cNvPr>
        <p:cNvGrpSpPr/>
        <p:nvPr/>
      </p:nvGrpSpPr>
      <p:grpSpPr>
        <a:xfrm>
          <a:off x="0" y="0"/>
          <a:ext cx="0" cy="0"/>
          <a:chOff x="0" y="0"/>
          <a:chExt cx="0" cy="0"/>
        </a:xfrm>
      </p:grpSpPr>
      <p:sp>
        <p:nvSpPr>
          <p:cNvPr id="124" name="Google Shape;124;gac10fef634_0_16:notes">
            <a:extLst>
              <a:ext uri="{FF2B5EF4-FFF2-40B4-BE49-F238E27FC236}">
                <a16:creationId xmlns:a16="http://schemas.microsoft.com/office/drawing/2014/main" id="{2368454F-AF2E-E8A2-ADFE-B78AD371DF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ac10fef634_0_16:notes">
            <a:extLst>
              <a:ext uri="{FF2B5EF4-FFF2-40B4-BE49-F238E27FC236}">
                <a16:creationId xmlns:a16="http://schemas.microsoft.com/office/drawing/2014/main" id="{E6BEB2E8-9824-1916-87FB-8A9A9E3B5A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8683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ac10fef6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ac10fef6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A0E1B82D-7E0A-A562-EFFC-440965872C71}"/>
            </a:ext>
          </a:extLst>
        </p:cNvPr>
        <p:cNvGrpSpPr/>
        <p:nvPr/>
      </p:nvGrpSpPr>
      <p:grpSpPr>
        <a:xfrm>
          <a:off x="0" y="0"/>
          <a:ext cx="0" cy="0"/>
          <a:chOff x="0" y="0"/>
          <a:chExt cx="0" cy="0"/>
        </a:xfrm>
      </p:grpSpPr>
      <p:sp>
        <p:nvSpPr>
          <p:cNvPr id="124" name="Google Shape;124;gac10fef634_0_16:notes">
            <a:extLst>
              <a:ext uri="{FF2B5EF4-FFF2-40B4-BE49-F238E27FC236}">
                <a16:creationId xmlns:a16="http://schemas.microsoft.com/office/drawing/2014/main" id="{3E3DA0E1-6CCE-1A67-FEE9-8FB75AA15C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ac10fef634_0_16:notes">
            <a:extLst>
              <a:ext uri="{FF2B5EF4-FFF2-40B4-BE49-F238E27FC236}">
                <a16:creationId xmlns:a16="http://schemas.microsoft.com/office/drawing/2014/main" id="{762F963E-0915-13D9-3C85-72300C27CE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83285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A7E8B078-8841-FB5B-526F-D5B7138678CC}"/>
            </a:ext>
          </a:extLst>
        </p:cNvPr>
        <p:cNvGrpSpPr/>
        <p:nvPr/>
      </p:nvGrpSpPr>
      <p:grpSpPr>
        <a:xfrm>
          <a:off x="0" y="0"/>
          <a:ext cx="0" cy="0"/>
          <a:chOff x="0" y="0"/>
          <a:chExt cx="0" cy="0"/>
        </a:xfrm>
      </p:grpSpPr>
      <p:sp>
        <p:nvSpPr>
          <p:cNvPr id="124" name="Google Shape;124;gac10fef634_0_16:notes">
            <a:extLst>
              <a:ext uri="{FF2B5EF4-FFF2-40B4-BE49-F238E27FC236}">
                <a16:creationId xmlns:a16="http://schemas.microsoft.com/office/drawing/2014/main" id="{11CD4B71-E114-80CD-CAD8-A234BD4E98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ac10fef634_0_16:notes">
            <a:extLst>
              <a:ext uri="{FF2B5EF4-FFF2-40B4-BE49-F238E27FC236}">
                <a16:creationId xmlns:a16="http://schemas.microsoft.com/office/drawing/2014/main" id="{F239D5EA-C4AA-E207-5294-48BDCA1876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41820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ac10fef634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ac10fef63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Your version control evidence should go here.  This could be in the form of annotated screenshots which show you you managed this process or you could make a brief screencast explaining how you implemented version control.</a:t>
            </a: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ac10fef634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ac10fef63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Discusses how the information from planning, testing and trialling of components assisted in the development of a high-quality outcome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2782268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1034136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9343812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3198027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4937978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7352981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6836279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514641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0750647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1174210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876683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230251057"/>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hyperlink" Target="https://masseyhighschoolnz-my.sharepoint.com/:v:/g/personal/jgottschalk_masseyhigh_school_nz/ETGW1Z6fzjxGnCIbQonUip8BmSZWh7v6-31w7L98wbG9-A?e=ogtP1i"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complus.co.nz/Program_Planner/index.php"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a:spLocks noGrp="1"/>
          </p:cNvSpPr>
          <p:nvPr>
            <p:ph type="title"/>
          </p:nvPr>
        </p:nvSpPr>
        <p:spPr>
          <a:xfrm>
            <a:off x="311700" y="4052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Program Name goes here</a:t>
            </a:r>
            <a:endParaRPr/>
          </a:p>
        </p:txBody>
      </p:sp>
      <p:sp>
        <p:nvSpPr>
          <p:cNvPr id="100" name="Google Shape;100;p25"/>
          <p:cNvSpPr txBox="1">
            <a:spLocks noGrp="1"/>
          </p:cNvSpPr>
          <p:nvPr>
            <p:ph type="body" idx="1"/>
          </p:nvPr>
        </p:nvSpPr>
        <p:spPr>
          <a:xfrm>
            <a:off x="311700" y="1152475"/>
            <a:ext cx="8520600" cy="1750800"/>
          </a:xfrm>
          <a:prstGeom prst="rect">
            <a:avLst/>
          </a:prstGeom>
          <a:solidFill>
            <a:srgbClr val="D9EAD3"/>
          </a:solidFill>
          <a:ln w="28575" cap="flat" cmpd="sng">
            <a:solidFill>
              <a:srgbClr val="274E13"/>
            </a:solidFill>
            <a:prstDash val="solid"/>
            <a:round/>
            <a:headEnd type="none" w="sm" len="sm"/>
            <a:tailEnd type="none" w="sm" len="sm"/>
          </a:ln>
        </p:spPr>
        <p:txBody>
          <a:bodyPr spcFirstLastPara="1" wrap="square" lIns="91425" tIns="91425" rIns="91425" bIns="91425" anchor="t" anchorCtr="0">
            <a:noAutofit/>
          </a:bodyPr>
          <a:lstStyle/>
          <a:p>
            <a:pPr marL="0" lvl="0" indent="0">
              <a:lnSpc>
                <a:spcPct val="100000"/>
              </a:lnSpc>
              <a:buClr>
                <a:schemeClr val="dk1"/>
              </a:buClr>
              <a:buSzPts val="1100"/>
              <a:buNone/>
            </a:pPr>
            <a:r>
              <a:rPr lang="en" sz="2000" b="1" dirty="0">
                <a:solidFill>
                  <a:srgbClr val="274E13"/>
                </a:solidFill>
              </a:rPr>
              <a:t>Link to github Repository:</a:t>
            </a:r>
          </a:p>
          <a:p>
            <a:pPr marL="0" lvl="0" indent="0">
              <a:lnSpc>
                <a:spcPct val="100000"/>
              </a:lnSpc>
              <a:buClr>
                <a:schemeClr val="dk1"/>
              </a:buClr>
              <a:buSzPts val="1100"/>
              <a:buNone/>
            </a:pPr>
            <a:endParaRPr sz="2000" dirty="0">
              <a:solidFill>
                <a:srgbClr val="274E13"/>
              </a:solidFill>
            </a:endParaRPr>
          </a:p>
          <a:p>
            <a:pPr marL="0" lvl="0" indent="0">
              <a:lnSpc>
                <a:spcPct val="100000"/>
              </a:lnSpc>
              <a:buClr>
                <a:schemeClr val="dk1"/>
              </a:buClr>
              <a:buSzPts val="1100"/>
              <a:buNone/>
            </a:pPr>
            <a:r>
              <a:rPr lang="en" sz="2000" b="1" dirty="0">
                <a:solidFill>
                  <a:srgbClr val="274E13"/>
                </a:solidFill>
              </a:rPr>
              <a:t>Links to trello board / project management tools:</a:t>
            </a:r>
            <a:endParaRPr sz="2000" dirty="0"/>
          </a:p>
        </p:txBody>
      </p:sp>
      <p:graphicFrame>
        <p:nvGraphicFramePr>
          <p:cNvPr id="101" name="Google Shape;101;p25"/>
          <p:cNvGraphicFramePr/>
          <p:nvPr/>
        </p:nvGraphicFramePr>
        <p:xfrm>
          <a:off x="311700" y="3077800"/>
          <a:ext cx="8520600" cy="1499299"/>
        </p:xfrm>
        <a:graphic>
          <a:graphicData uri="http://schemas.openxmlformats.org/drawingml/2006/table">
            <a:tbl>
              <a:tblPr>
                <a:noFill/>
                <a:tableStyleId>{1B2B661C-7EBA-45AC-9AE6-A1DE2AE3977A}</a:tableStyleId>
              </a:tblPr>
              <a:tblGrid>
                <a:gridCol w="8520600">
                  <a:extLst>
                    <a:ext uri="{9D8B030D-6E8A-4147-A177-3AD203B41FA5}">
                      <a16:colId xmlns:a16="http://schemas.microsoft.com/office/drawing/2014/main" val="20000"/>
                    </a:ext>
                  </a:extLst>
                </a:gridCol>
              </a:tblGrid>
              <a:tr h="1495600">
                <a:tc>
                  <a:txBody>
                    <a:bodyPr/>
                    <a:lstStyle/>
                    <a:p>
                      <a:pPr marL="0" lvl="0" indent="0" algn="l" rtl="0">
                        <a:lnSpc>
                          <a:spcPct val="115000"/>
                        </a:lnSpc>
                        <a:spcBef>
                          <a:spcPts val="0"/>
                        </a:spcBef>
                        <a:spcAft>
                          <a:spcPts val="0"/>
                        </a:spcAft>
                        <a:buNone/>
                      </a:pPr>
                      <a:r>
                        <a:rPr lang="en" sz="2000" b="1" i="1">
                          <a:solidFill>
                            <a:srgbClr val="990000"/>
                          </a:solidFill>
                        </a:rPr>
                        <a:t>You MUST provide evidence showing how the problem has been decomposed, how the components have been developed and trialled, and of how they have been assembled and tested to create a final, working outcome.</a:t>
                      </a:r>
                      <a:endParaRPr sz="2000" b="1" i="1">
                        <a:solidFill>
                          <a:srgbClr val="990000"/>
                        </a:solidFill>
                      </a:endParaRPr>
                    </a:p>
                  </a:txBody>
                  <a:tcPr marL="63500" marR="63500" marT="63500" marB="63500">
                    <a:solidFill>
                      <a:srgbClr val="EA9999"/>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Shape 105"/>
        <p:cNvGrpSpPr/>
        <p:nvPr/>
      </p:nvGrpSpPr>
      <p:grpSpPr>
        <a:xfrm>
          <a:off x="0" y="0"/>
          <a:ext cx="0" cy="0"/>
          <a:chOff x="0" y="0"/>
          <a:chExt cx="0" cy="0"/>
        </a:xfrm>
      </p:grpSpPr>
      <p:sp>
        <p:nvSpPr>
          <p:cNvPr id="106" name="Google Shape;106;p26"/>
          <p:cNvSpPr/>
          <p:nvPr/>
        </p:nvSpPr>
        <p:spPr>
          <a:xfrm>
            <a:off x="179300" y="1140000"/>
            <a:ext cx="8785500" cy="1893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 name="Google Shape;107;p26"/>
          <p:cNvSpPr txBox="1">
            <a:spLocks noGrp="1"/>
          </p:cNvSpPr>
          <p:nvPr>
            <p:ph type="title"/>
          </p:nvPr>
        </p:nvSpPr>
        <p:spPr>
          <a:xfrm>
            <a:off x="254625" y="344150"/>
            <a:ext cx="8520600" cy="77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800" b="1">
                <a:solidFill>
                  <a:schemeClr val="lt1"/>
                </a:solidFill>
              </a:rPr>
              <a:t>Authenticity!!</a:t>
            </a:r>
            <a:endParaRPr sz="3800" b="1">
              <a:solidFill>
                <a:schemeClr val="lt1"/>
              </a:solidFill>
            </a:endParaRPr>
          </a:p>
        </p:txBody>
      </p:sp>
      <p:pic>
        <p:nvPicPr>
          <p:cNvPr id="108" name="Google Shape;108;p26"/>
          <p:cNvPicPr preferRelativeResize="0"/>
          <p:nvPr/>
        </p:nvPicPr>
        <p:blipFill>
          <a:blip r:embed="rId3">
            <a:alphaModFix/>
          </a:blip>
          <a:stretch>
            <a:fillRect/>
          </a:stretch>
        </p:blipFill>
        <p:spPr>
          <a:xfrm>
            <a:off x="368775" y="1400750"/>
            <a:ext cx="1352550" cy="1352550"/>
          </a:xfrm>
          <a:prstGeom prst="rect">
            <a:avLst/>
          </a:prstGeom>
          <a:noFill/>
          <a:ln>
            <a:noFill/>
          </a:ln>
        </p:spPr>
      </p:pic>
      <p:sp>
        <p:nvSpPr>
          <p:cNvPr id="109" name="Google Shape;109;p26"/>
          <p:cNvSpPr txBox="1"/>
          <p:nvPr/>
        </p:nvSpPr>
        <p:spPr>
          <a:xfrm>
            <a:off x="1850025" y="1071275"/>
            <a:ext cx="6925200" cy="226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lnSpc>
                <a:spcPct val="120000"/>
              </a:lnSpc>
              <a:spcBef>
                <a:spcPts val="0"/>
              </a:spcBef>
              <a:spcAft>
                <a:spcPts val="0"/>
              </a:spcAft>
              <a:buNone/>
            </a:pPr>
            <a:r>
              <a:rPr lang="en" sz="1800">
                <a:solidFill>
                  <a:srgbClr val="595959"/>
                </a:solidFill>
              </a:rPr>
              <a:t>Using generative AI to 'help' create your outcome for this assessment is not allowed.  NZQA is interested in your knowledge and skills.  If you use external resources (like Stack OverFlow, W3C please cite / acknowledge the source).  </a:t>
            </a:r>
            <a:endParaRPr sz="1800">
              <a:solidFill>
                <a:srgbClr val="595959"/>
              </a:solidFill>
            </a:endParaRPr>
          </a:p>
          <a:p>
            <a:pPr marL="0" lvl="0" indent="0" algn="l" rtl="0">
              <a:lnSpc>
                <a:spcPct val="115000"/>
              </a:lnSpc>
              <a:spcBef>
                <a:spcPts val="0"/>
              </a:spcBef>
              <a:spcAft>
                <a:spcPts val="0"/>
              </a:spcAft>
              <a:buNone/>
            </a:pPr>
            <a:endParaRPr sz="1800">
              <a:solidFill>
                <a:srgbClr val="595959"/>
              </a:solidFill>
            </a:endParaRPr>
          </a:p>
        </p:txBody>
      </p:sp>
      <p:sp>
        <p:nvSpPr>
          <p:cNvPr id="110" name="Google Shape;110;p26"/>
          <p:cNvSpPr/>
          <p:nvPr/>
        </p:nvSpPr>
        <p:spPr>
          <a:xfrm>
            <a:off x="122175" y="3242225"/>
            <a:ext cx="8785500" cy="16251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t>By submitting this assessment, you declare that the work is your own.  This means that you have generated the content yourself and have not looked at any other student's work.  If you have used external sources, those have been clearly cited.</a:t>
            </a: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D1DC"/>
        </a:solidFill>
        <a:effectLst/>
      </p:bgPr>
    </p:bg>
    <p:spTree>
      <p:nvGrpSpPr>
        <p:cNvPr id="1" name="Shape 114"/>
        <p:cNvGrpSpPr/>
        <p:nvPr/>
      </p:nvGrpSpPr>
      <p:grpSpPr>
        <a:xfrm>
          <a:off x="0" y="0"/>
          <a:ext cx="0" cy="0"/>
          <a:chOff x="0" y="0"/>
          <a:chExt cx="0" cy="0"/>
        </a:xfrm>
      </p:grpSpPr>
      <p:sp>
        <p:nvSpPr>
          <p:cNvPr id="115" name="Google Shape;115;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C1130"/>
                </a:solidFill>
              </a:rPr>
              <a:t>Relevant Implications</a:t>
            </a:r>
            <a:endParaRPr b="1">
              <a:solidFill>
                <a:srgbClr val="4C1130"/>
              </a:solidFill>
            </a:endParaRPr>
          </a:p>
        </p:txBody>
      </p:sp>
      <p:sp>
        <p:nvSpPr>
          <p:cNvPr id="116" name="Google Shape;116;p27"/>
          <p:cNvSpPr txBox="1">
            <a:spLocks noGrp="1"/>
          </p:cNvSpPr>
          <p:nvPr>
            <p:ph type="body" idx="1"/>
          </p:nvPr>
        </p:nvSpPr>
        <p:spPr>
          <a:xfrm>
            <a:off x="311700" y="116572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i="1" dirty="0">
                <a:solidFill>
                  <a:srgbClr val="741B47"/>
                </a:solidFill>
              </a:rPr>
              <a:t>Explain the relevant implications here.  Please </a:t>
            </a:r>
            <a:r>
              <a:rPr lang="en" i="1" u="sng" dirty="0">
                <a:solidFill>
                  <a:schemeClr val="hlink"/>
                </a:solidFill>
                <a:hlinkClick r:id="rId3"/>
              </a:rPr>
              <a:t>watch this video</a:t>
            </a:r>
            <a:r>
              <a:rPr lang="en" i="1" dirty="0">
                <a:solidFill>
                  <a:srgbClr val="741B47"/>
                </a:solidFill>
              </a:rPr>
              <a:t> to learn how to do this.</a:t>
            </a:r>
          </a:p>
          <a:p>
            <a:pPr marL="0" lvl="0" indent="0" algn="l" rtl="0">
              <a:lnSpc>
                <a:spcPct val="100000"/>
              </a:lnSpc>
              <a:spcBef>
                <a:spcPts val="0"/>
              </a:spcBef>
              <a:spcAft>
                <a:spcPts val="0"/>
              </a:spcAft>
              <a:buClr>
                <a:schemeClr val="dk1"/>
              </a:buClr>
              <a:buSzPts val="1100"/>
              <a:buFont typeface="Arial"/>
              <a:buNone/>
            </a:pPr>
            <a:r>
              <a:rPr lang="en" i="1" dirty="0">
                <a:solidFill>
                  <a:srgbClr val="741B47"/>
                </a:solidFill>
              </a:rPr>
              <a:t>For each implication you choose, define the implication, mention why it’s important to take into consideration, and discuss what you did to meet/overcome these implications in your final outcome.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D1DC"/>
        </a:solidFill>
        <a:effectLst/>
      </p:bgPr>
    </p:bg>
    <p:spTree>
      <p:nvGrpSpPr>
        <p:cNvPr id="1" name="Shape 114">
          <a:extLst>
            <a:ext uri="{FF2B5EF4-FFF2-40B4-BE49-F238E27FC236}">
              <a16:creationId xmlns:a16="http://schemas.microsoft.com/office/drawing/2014/main" id="{E0C5FAE5-98E7-ADA5-4C8E-7161E2C6D6F8}"/>
            </a:ext>
          </a:extLst>
        </p:cNvPr>
        <p:cNvGrpSpPr/>
        <p:nvPr/>
      </p:nvGrpSpPr>
      <p:grpSpPr>
        <a:xfrm>
          <a:off x="0" y="0"/>
          <a:ext cx="0" cy="0"/>
          <a:chOff x="0" y="0"/>
          <a:chExt cx="0" cy="0"/>
        </a:xfrm>
      </p:grpSpPr>
      <p:sp>
        <p:nvSpPr>
          <p:cNvPr id="115" name="Google Shape;115;p27">
            <a:extLst>
              <a:ext uri="{FF2B5EF4-FFF2-40B4-BE49-F238E27FC236}">
                <a16:creationId xmlns:a16="http://schemas.microsoft.com/office/drawing/2014/main" id="{A2DBD2A7-A2BD-5F6D-6035-2E10505A75D6}"/>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C1130"/>
                </a:solidFill>
              </a:rPr>
              <a:t>Relevant Implications</a:t>
            </a:r>
            <a:endParaRPr b="1">
              <a:solidFill>
                <a:srgbClr val="4C1130"/>
              </a:solidFill>
            </a:endParaRPr>
          </a:p>
        </p:txBody>
      </p:sp>
      <p:sp>
        <p:nvSpPr>
          <p:cNvPr id="116" name="Google Shape;116;p27">
            <a:extLst>
              <a:ext uri="{FF2B5EF4-FFF2-40B4-BE49-F238E27FC236}">
                <a16:creationId xmlns:a16="http://schemas.microsoft.com/office/drawing/2014/main" id="{FFD7A31B-5CE7-7015-ACD3-F8799ADD265E}"/>
              </a:ext>
            </a:extLst>
          </p:cNvPr>
          <p:cNvSpPr txBox="1">
            <a:spLocks noGrp="1"/>
          </p:cNvSpPr>
          <p:nvPr>
            <p:ph type="body" idx="1"/>
          </p:nvPr>
        </p:nvSpPr>
        <p:spPr>
          <a:xfrm>
            <a:off x="311700" y="116572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i="1" dirty="0">
                <a:solidFill>
                  <a:srgbClr val="741B47"/>
                </a:solidFill>
              </a:rPr>
              <a:t>Define the implication.</a:t>
            </a:r>
          </a:p>
          <a:p>
            <a:pPr marL="0" lvl="0" indent="0" algn="l" rtl="0">
              <a:lnSpc>
                <a:spcPct val="100000"/>
              </a:lnSpc>
              <a:spcBef>
                <a:spcPts val="0"/>
              </a:spcBef>
              <a:spcAft>
                <a:spcPts val="0"/>
              </a:spcAft>
              <a:buClr>
                <a:schemeClr val="dk1"/>
              </a:buClr>
              <a:buSzPts val="1100"/>
              <a:buFont typeface="Arial"/>
              <a:buNone/>
            </a:pPr>
            <a:endParaRPr lang="en" i="1" dirty="0">
              <a:solidFill>
                <a:srgbClr val="741B47"/>
              </a:solidFill>
            </a:endParaRPr>
          </a:p>
          <a:p>
            <a:pPr marL="0" lvl="0" indent="0" algn="l" rtl="0">
              <a:lnSpc>
                <a:spcPct val="100000"/>
              </a:lnSpc>
              <a:spcBef>
                <a:spcPts val="0"/>
              </a:spcBef>
              <a:spcAft>
                <a:spcPts val="0"/>
              </a:spcAft>
              <a:buClr>
                <a:schemeClr val="dk1"/>
              </a:buClr>
              <a:buSzPts val="1100"/>
              <a:buFont typeface="Arial"/>
              <a:buNone/>
            </a:pPr>
            <a:r>
              <a:rPr lang="en" i="1" dirty="0">
                <a:solidFill>
                  <a:srgbClr val="741B47"/>
                </a:solidFill>
              </a:rPr>
              <a:t>Why is it important?</a:t>
            </a:r>
          </a:p>
          <a:p>
            <a:pPr marL="0" lvl="0" indent="0" algn="l" rtl="0">
              <a:lnSpc>
                <a:spcPct val="100000"/>
              </a:lnSpc>
              <a:spcBef>
                <a:spcPts val="0"/>
              </a:spcBef>
              <a:spcAft>
                <a:spcPts val="0"/>
              </a:spcAft>
              <a:buClr>
                <a:schemeClr val="dk1"/>
              </a:buClr>
              <a:buSzPts val="1100"/>
              <a:buFont typeface="Arial"/>
              <a:buNone/>
            </a:pPr>
            <a:endParaRPr lang="en" i="1" dirty="0">
              <a:solidFill>
                <a:srgbClr val="741B47"/>
              </a:solidFill>
            </a:endParaRPr>
          </a:p>
          <a:p>
            <a:pPr marL="0" lvl="0" indent="0" algn="l" rtl="0">
              <a:lnSpc>
                <a:spcPct val="100000"/>
              </a:lnSpc>
              <a:spcBef>
                <a:spcPts val="0"/>
              </a:spcBef>
              <a:spcAft>
                <a:spcPts val="0"/>
              </a:spcAft>
              <a:buClr>
                <a:schemeClr val="dk1"/>
              </a:buClr>
              <a:buSzPts val="1100"/>
              <a:buFont typeface="Arial"/>
              <a:buNone/>
            </a:pPr>
            <a:r>
              <a:rPr lang="en" i="1" dirty="0">
                <a:solidFill>
                  <a:srgbClr val="741B47"/>
                </a:solidFill>
              </a:rPr>
              <a:t>What did you do to negate this implication in your outcome?</a:t>
            </a:r>
            <a:endParaRPr dirty="0"/>
          </a:p>
        </p:txBody>
      </p:sp>
    </p:spTree>
    <p:extLst>
      <p:ext uri="{BB962C8B-B14F-4D97-AF65-F5344CB8AC3E}">
        <p14:creationId xmlns:p14="http://schemas.microsoft.com/office/powerpoint/2010/main" val="2952804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D1DC"/>
        </a:solidFill>
        <a:effectLst/>
      </p:bgPr>
    </p:bg>
    <p:spTree>
      <p:nvGrpSpPr>
        <p:cNvPr id="1" name="Shape 114">
          <a:extLst>
            <a:ext uri="{FF2B5EF4-FFF2-40B4-BE49-F238E27FC236}">
              <a16:creationId xmlns:a16="http://schemas.microsoft.com/office/drawing/2014/main" id="{A91FCCA2-E5D0-77B6-8372-0483B02B0306}"/>
            </a:ext>
          </a:extLst>
        </p:cNvPr>
        <p:cNvGrpSpPr/>
        <p:nvPr/>
      </p:nvGrpSpPr>
      <p:grpSpPr>
        <a:xfrm>
          <a:off x="0" y="0"/>
          <a:ext cx="0" cy="0"/>
          <a:chOff x="0" y="0"/>
          <a:chExt cx="0" cy="0"/>
        </a:xfrm>
      </p:grpSpPr>
      <p:sp>
        <p:nvSpPr>
          <p:cNvPr id="115" name="Google Shape;115;p27">
            <a:extLst>
              <a:ext uri="{FF2B5EF4-FFF2-40B4-BE49-F238E27FC236}">
                <a16:creationId xmlns:a16="http://schemas.microsoft.com/office/drawing/2014/main" id="{BB25BBD5-57AF-2946-F522-E1598C8F0734}"/>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C1130"/>
                </a:solidFill>
              </a:rPr>
              <a:t>Relevant Implications</a:t>
            </a:r>
            <a:endParaRPr b="1">
              <a:solidFill>
                <a:srgbClr val="4C1130"/>
              </a:solidFill>
            </a:endParaRPr>
          </a:p>
        </p:txBody>
      </p:sp>
      <p:sp>
        <p:nvSpPr>
          <p:cNvPr id="116" name="Google Shape;116;p27">
            <a:extLst>
              <a:ext uri="{FF2B5EF4-FFF2-40B4-BE49-F238E27FC236}">
                <a16:creationId xmlns:a16="http://schemas.microsoft.com/office/drawing/2014/main" id="{54BC7B3D-78DF-EACC-05C7-3DDFE32E4E09}"/>
              </a:ext>
            </a:extLst>
          </p:cNvPr>
          <p:cNvSpPr txBox="1">
            <a:spLocks noGrp="1"/>
          </p:cNvSpPr>
          <p:nvPr>
            <p:ph type="body" idx="1"/>
          </p:nvPr>
        </p:nvSpPr>
        <p:spPr>
          <a:xfrm>
            <a:off x="311700" y="1165725"/>
            <a:ext cx="8520600" cy="341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i="1" dirty="0">
                <a:solidFill>
                  <a:srgbClr val="741B47"/>
                </a:solidFill>
              </a:rPr>
              <a:t>Define the implication.</a:t>
            </a:r>
          </a:p>
          <a:p>
            <a:pPr marL="0" lvl="0" indent="0" algn="l" rtl="0">
              <a:lnSpc>
                <a:spcPct val="100000"/>
              </a:lnSpc>
              <a:spcBef>
                <a:spcPts val="0"/>
              </a:spcBef>
              <a:spcAft>
                <a:spcPts val="0"/>
              </a:spcAft>
              <a:buClr>
                <a:schemeClr val="dk1"/>
              </a:buClr>
              <a:buSzPts val="1100"/>
              <a:buFont typeface="Arial"/>
              <a:buNone/>
            </a:pPr>
            <a:endParaRPr lang="en" i="1" dirty="0">
              <a:solidFill>
                <a:srgbClr val="741B47"/>
              </a:solidFill>
            </a:endParaRPr>
          </a:p>
          <a:p>
            <a:pPr marL="0" lvl="0" indent="0" algn="l" rtl="0">
              <a:lnSpc>
                <a:spcPct val="100000"/>
              </a:lnSpc>
              <a:spcBef>
                <a:spcPts val="0"/>
              </a:spcBef>
              <a:spcAft>
                <a:spcPts val="0"/>
              </a:spcAft>
              <a:buClr>
                <a:schemeClr val="dk1"/>
              </a:buClr>
              <a:buSzPts val="1100"/>
              <a:buFont typeface="Arial"/>
              <a:buNone/>
            </a:pPr>
            <a:r>
              <a:rPr lang="en" i="1" dirty="0">
                <a:solidFill>
                  <a:srgbClr val="741B47"/>
                </a:solidFill>
              </a:rPr>
              <a:t>Why is it important?</a:t>
            </a:r>
          </a:p>
          <a:p>
            <a:pPr marL="0" lvl="0" indent="0" algn="l" rtl="0">
              <a:lnSpc>
                <a:spcPct val="100000"/>
              </a:lnSpc>
              <a:spcBef>
                <a:spcPts val="0"/>
              </a:spcBef>
              <a:spcAft>
                <a:spcPts val="0"/>
              </a:spcAft>
              <a:buClr>
                <a:schemeClr val="dk1"/>
              </a:buClr>
              <a:buSzPts val="1100"/>
              <a:buFont typeface="Arial"/>
              <a:buNone/>
            </a:pPr>
            <a:endParaRPr lang="en" i="1" dirty="0">
              <a:solidFill>
                <a:srgbClr val="741B47"/>
              </a:solidFill>
            </a:endParaRPr>
          </a:p>
          <a:p>
            <a:pPr marL="0" lvl="0" indent="0" algn="l" rtl="0">
              <a:lnSpc>
                <a:spcPct val="100000"/>
              </a:lnSpc>
              <a:spcBef>
                <a:spcPts val="0"/>
              </a:spcBef>
              <a:spcAft>
                <a:spcPts val="0"/>
              </a:spcAft>
              <a:buClr>
                <a:schemeClr val="dk1"/>
              </a:buClr>
              <a:buSzPts val="1100"/>
              <a:buFont typeface="Arial"/>
              <a:buNone/>
            </a:pPr>
            <a:r>
              <a:rPr lang="en" i="1" dirty="0">
                <a:solidFill>
                  <a:srgbClr val="741B47"/>
                </a:solidFill>
              </a:rPr>
              <a:t>What did you do to negate this implication in your outcome?</a:t>
            </a:r>
            <a:endParaRPr dirty="0"/>
          </a:p>
        </p:txBody>
      </p:sp>
    </p:spTree>
    <p:extLst>
      <p:ext uri="{BB962C8B-B14F-4D97-AF65-F5344CB8AC3E}">
        <p14:creationId xmlns:p14="http://schemas.microsoft.com/office/powerpoint/2010/main" val="3795199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127"/>
        <p:cNvGrpSpPr/>
        <p:nvPr/>
      </p:nvGrpSpPr>
      <p:grpSpPr>
        <a:xfrm>
          <a:off x="0" y="0"/>
          <a:ext cx="0" cy="0"/>
          <a:chOff x="0" y="0"/>
          <a:chExt cx="0" cy="0"/>
        </a:xfrm>
      </p:grpSpPr>
      <p:sp>
        <p:nvSpPr>
          <p:cNvPr id="128" name="Google Shape;128;p29"/>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Work Log</a:t>
            </a:r>
            <a:endParaRPr/>
          </a:p>
        </p:txBody>
      </p:sp>
      <p:sp>
        <p:nvSpPr>
          <p:cNvPr id="129" name="Google Shape;129;p29"/>
          <p:cNvSpPr txBox="1">
            <a:spLocks noGrp="1"/>
          </p:cNvSpPr>
          <p:nvPr>
            <p:ph type="body" idx="1"/>
          </p:nvPr>
        </p:nvSpPr>
        <p:spPr>
          <a:xfrm>
            <a:off x="307125" y="642125"/>
            <a:ext cx="8219400" cy="1607882"/>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500" i="1" dirty="0"/>
              <a:t>Each session you should note what you did and what you plan to do next.  This is a useful habit that makes it easy to keep on track.  Your log at the end of each session can match the comment you make when you commit your code to github</a:t>
            </a:r>
            <a:r>
              <a:rPr lang="en" sz="1500" dirty="0"/>
              <a:t> :) </a:t>
            </a:r>
          </a:p>
          <a:p>
            <a:pPr marL="0" lvl="0" indent="0" algn="l" rtl="0">
              <a:spcBef>
                <a:spcPts val="0"/>
              </a:spcBef>
              <a:spcAft>
                <a:spcPts val="1200"/>
              </a:spcAft>
              <a:buNone/>
            </a:pPr>
            <a:r>
              <a:rPr lang="en" sz="1500" dirty="0"/>
              <a:t>Delete the example below when you are ready to make your own work log.</a:t>
            </a:r>
            <a:endParaRPr sz="1500" dirty="0"/>
          </a:p>
        </p:txBody>
      </p:sp>
      <p:sp>
        <p:nvSpPr>
          <p:cNvPr id="130" name="Google Shape;130;p29"/>
          <p:cNvSpPr txBox="1"/>
          <p:nvPr/>
        </p:nvSpPr>
        <p:spPr>
          <a:xfrm>
            <a:off x="307125" y="2250007"/>
            <a:ext cx="7844100" cy="2148811"/>
          </a:xfrm>
          <a:prstGeom prst="rect">
            <a:avLst/>
          </a:prstGeom>
          <a:noFill/>
          <a:ln>
            <a:noFill/>
          </a:ln>
        </p:spPr>
        <p:txBody>
          <a:bodyPr spcFirstLastPara="1" wrap="square" lIns="91425" tIns="91425" rIns="91425" bIns="91425" anchor="t" anchorCtr="0">
            <a:noAutofit/>
          </a:bodyPr>
          <a:lstStyle/>
          <a:p>
            <a:pPr lvl="0"/>
            <a:r>
              <a:rPr lang="en-US" sz="1800" dirty="0">
                <a:solidFill>
                  <a:schemeClr val="dk2"/>
                </a:solidFill>
              </a:rPr>
              <a:t>05/01 -  finished video 07.  Up to start of MMF</a:t>
            </a:r>
          </a:p>
          <a:p>
            <a:pPr lvl="0"/>
            <a:r>
              <a:rPr lang="en-US" sz="1800" dirty="0">
                <a:solidFill>
                  <a:schemeClr val="dk2"/>
                </a:solidFill>
              </a:rPr>
              <a:t>05/01 - finished video 09.  For video 10, show students instructions and looping test plans and updated planning.  Then show them the code (blur it first and then reveal the answer).</a:t>
            </a:r>
          </a:p>
          <a:p>
            <a:pPr lvl="0"/>
            <a:r>
              <a:rPr lang="en-US" sz="1800" dirty="0">
                <a:solidFill>
                  <a:schemeClr val="dk2"/>
                </a:solidFill>
              </a:rPr>
              <a:t>06/01 - Up to video 12, integrate instructions, looping, name / age / payment into a newly created base component</a:t>
            </a:r>
            <a:endParaRPr kumimoji="0" lang="en-GB" sz="1800" b="0" i="0" u="none" strike="noStrike" kern="0" cap="none" spc="0" normalizeH="0" baseline="0" noProof="0" dirty="0">
              <a:ln>
                <a:noFill/>
              </a:ln>
              <a:solidFill>
                <a:srgbClr val="595959"/>
              </a:solidFill>
              <a:effectLst/>
              <a:uLnTx/>
              <a:uFillTx/>
              <a:latin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127">
          <a:extLst>
            <a:ext uri="{FF2B5EF4-FFF2-40B4-BE49-F238E27FC236}">
              <a16:creationId xmlns:a16="http://schemas.microsoft.com/office/drawing/2014/main" id="{194EF2F1-1489-56E7-7050-7602455F0E87}"/>
            </a:ext>
          </a:extLst>
        </p:cNvPr>
        <p:cNvGrpSpPr/>
        <p:nvPr/>
      </p:nvGrpSpPr>
      <p:grpSpPr>
        <a:xfrm>
          <a:off x="0" y="0"/>
          <a:ext cx="0" cy="0"/>
          <a:chOff x="0" y="0"/>
          <a:chExt cx="0" cy="0"/>
        </a:xfrm>
      </p:grpSpPr>
      <p:sp>
        <p:nvSpPr>
          <p:cNvPr id="128" name="Google Shape;128;p29">
            <a:extLst>
              <a:ext uri="{FF2B5EF4-FFF2-40B4-BE49-F238E27FC236}">
                <a16:creationId xmlns:a16="http://schemas.microsoft.com/office/drawing/2014/main" id="{AFE89F50-845A-65CA-B0AC-CFE2EB6953CD}"/>
              </a:ext>
            </a:extLst>
          </p:cNvPr>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Work Log</a:t>
            </a:r>
            <a:endParaRPr/>
          </a:p>
        </p:txBody>
      </p:sp>
      <p:sp>
        <p:nvSpPr>
          <p:cNvPr id="129" name="Google Shape;129;p29">
            <a:extLst>
              <a:ext uri="{FF2B5EF4-FFF2-40B4-BE49-F238E27FC236}">
                <a16:creationId xmlns:a16="http://schemas.microsoft.com/office/drawing/2014/main" id="{B76454EC-14C1-1C75-7BEF-F42572D20D7A}"/>
              </a:ext>
            </a:extLst>
          </p:cNvPr>
          <p:cNvSpPr txBox="1">
            <a:spLocks noGrp="1"/>
          </p:cNvSpPr>
          <p:nvPr>
            <p:ph type="body" idx="1"/>
          </p:nvPr>
        </p:nvSpPr>
        <p:spPr>
          <a:xfrm>
            <a:off x="307125" y="642125"/>
            <a:ext cx="8219400" cy="1607882"/>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endParaRPr sz="1500" dirty="0"/>
          </a:p>
        </p:txBody>
      </p:sp>
      <p:sp>
        <p:nvSpPr>
          <p:cNvPr id="130" name="Google Shape;130;p29">
            <a:extLst>
              <a:ext uri="{FF2B5EF4-FFF2-40B4-BE49-F238E27FC236}">
                <a16:creationId xmlns:a16="http://schemas.microsoft.com/office/drawing/2014/main" id="{73A12EFB-EF58-432B-8CC2-917CA1EEF288}"/>
              </a:ext>
            </a:extLst>
          </p:cNvPr>
          <p:cNvSpPr txBox="1"/>
          <p:nvPr/>
        </p:nvSpPr>
        <p:spPr>
          <a:xfrm>
            <a:off x="307125" y="2250007"/>
            <a:ext cx="7844100" cy="2148811"/>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800" b="0" i="0" u="none" strike="noStrike" kern="0" cap="none" spc="0" normalizeH="0" baseline="0" noProof="0" dirty="0">
              <a:ln>
                <a:noFill/>
              </a:ln>
              <a:solidFill>
                <a:srgbClr val="595959"/>
              </a:solidFill>
              <a:effectLst/>
              <a:uLnTx/>
              <a:uFillTx/>
              <a:latin typeface="Arial"/>
              <a:cs typeface="Arial"/>
              <a:sym typeface="Arial"/>
            </a:endParaRPr>
          </a:p>
        </p:txBody>
      </p:sp>
    </p:spTree>
    <p:extLst>
      <p:ext uri="{BB962C8B-B14F-4D97-AF65-F5344CB8AC3E}">
        <p14:creationId xmlns:p14="http://schemas.microsoft.com/office/powerpoint/2010/main" val="2812654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120"/>
        <p:cNvGrpSpPr/>
        <p:nvPr/>
      </p:nvGrpSpPr>
      <p:grpSpPr>
        <a:xfrm>
          <a:off x="0" y="0"/>
          <a:ext cx="0" cy="0"/>
          <a:chOff x="0" y="0"/>
          <a:chExt cx="0" cy="0"/>
        </a:xfrm>
      </p:grpSpPr>
      <p:sp>
        <p:nvSpPr>
          <p:cNvPr id="121" name="Google Shape;121;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Decomposition</a:t>
            </a:r>
            <a:endParaRPr/>
          </a:p>
        </p:txBody>
      </p:sp>
      <p:sp>
        <p:nvSpPr>
          <p:cNvPr id="122" name="Google Shape;122;p28"/>
          <p:cNvSpPr txBox="1">
            <a:spLocks noGrp="1"/>
          </p:cNvSpPr>
          <p:nvPr>
            <p:ph type="body" idx="1"/>
          </p:nvPr>
        </p:nvSpPr>
        <p:spPr>
          <a:xfrm>
            <a:off x="311700" y="1152475"/>
            <a:ext cx="8424300" cy="2893052"/>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i="1" dirty="0"/>
              <a:t>Paste screenshots of your initial Trello board / task decomposition on this slide.  If you have a long list, you might need to break it up into several columns.  Delete this instruction when you are done.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126"/>
        <p:cNvGrpSpPr/>
        <p:nvPr/>
      </p:nvGrpSpPr>
      <p:grpSpPr>
        <a:xfrm>
          <a:off x="0" y="0"/>
          <a:ext cx="0" cy="0"/>
          <a:chOff x="0" y="0"/>
          <a:chExt cx="0" cy="0"/>
        </a:xfrm>
      </p:grpSpPr>
      <p:sp>
        <p:nvSpPr>
          <p:cNvPr id="127" name="Google Shape;127;p29"/>
          <p:cNvSpPr txBox="1">
            <a:spLocks noGrp="1"/>
          </p:cNvSpPr>
          <p:nvPr>
            <p:ph type="title"/>
          </p:nvPr>
        </p:nvSpPr>
        <p:spPr>
          <a:xfrm>
            <a:off x="311700" y="438097"/>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&lt;Planning Slide Title&gt;</a:t>
            </a:r>
            <a:endParaRPr dirty="0"/>
          </a:p>
        </p:txBody>
      </p:sp>
      <p:sp>
        <p:nvSpPr>
          <p:cNvPr id="2" name="TextBox 1">
            <a:extLst>
              <a:ext uri="{FF2B5EF4-FFF2-40B4-BE49-F238E27FC236}">
                <a16:creationId xmlns:a16="http://schemas.microsoft.com/office/drawing/2014/main" id="{0FC8C767-A9F4-062A-78A6-105B5EDFC9D6}"/>
              </a:ext>
            </a:extLst>
          </p:cNvPr>
          <p:cNvSpPr txBox="1"/>
          <p:nvPr/>
        </p:nvSpPr>
        <p:spPr>
          <a:xfrm>
            <a:off x="554182" y="1357745"/>
            <a:ext cx="8056418" cy="738664"/>
          </a:xfrm>
          <a:prstGeom prst="rect">
            <a:avLst/>
          </a:prstGeom>
          <a:noFill/>
        </p:spPr>
        <p:txBody>
          <a:bodyPr wrap="square" rtlCol="0">
            <a:spAutoFit/>
          </a:bodyPr>
          <a:lstStyle/>
          <a:p>
            <a:r>
              <a:rPr lang="en-GB" i="1" dirty="0"/>
              <a:t>You should include plans for your GUI, instructions, and other output in your planning slides. Add as many planning slides as you need.</a:t>
            </a:r>
          </a:p>
          <a:p>
            <a:endParaRPr lang="en-NZ"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126">
          <a:extLst>
            <a:ext uri="{FF2B5EF4-FFF2-40B4-BE49-F238E27FC236}">
              <a16:creationId xmlns:a16="http://schemas.microsoft.com/office/drawing/2014/main" id="{E605E255-F9BF-D922-BE5A-327733372083}"/>
            </a:ext>
          </a:extLst>
        </p:cNvPr>
        <p:cNvGrpSpPr/>
        <p:nvPr/>
      </p:nvGrpSpPr>
      <p:grpSpPr>
        <a:xfrm>
          <a:off x="0" y="0"/>
          <a:ext cx="0" cy="0"/>
          <a:chOff x="0" y="0"/>
          <a:chExt cx="0" cy="0"/>
        </a:xfrm>
      </p:grpSpPr>
      <p:sp>
        <p:nvSpPr>
          <p:cNvPr id="127" name="Google Shape;127;p29">
            <a:extLst>
              <a:ext uri="{FF2B5EF4-FFF2-40B4-BE49-F238E27FC236}">
                <a16:creationId xmlns:a16="http://schemas.microsoft.com/office/drawing/2014/main" id="{5A303EAB-3EBC-EB05-9153-9A83A26BB75C}"/>
              </a:ext>
            </a:extLst>
          </p:cNvPr>
          <p:cNvSpPr txBox="1">
            <a:spLocks noGrp="1"/>
          </p:cNvSpPr>
          <p:nvPr>
            <p:ph type="title"/>
          </p:nvPr>
        </p:nvSpPr>
        <p:spPr>
          <a:xfrm>
            <a:off x="311700" y="438097"/>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&lt;Planning Slide Title&gt;</a:t>
            </a:r>
            <a:endParaRPr dirty="0"/>
          </a:p>
        </p:txBody>
      </p:sp>
    </p:spTree>
    <p:extLst>
      <p:ext uri="{BB962C8B-B14F-4D97-AF65-F5344CB8AC3E}">
        <p14:creationId xmlns:p14="http://schemas.microsoft.com/office/powerpoint/2010/main" val="4020975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126">
          <a:extLst>
            <a:ext uri="{FF2B5EF4-FFF2-40B4-BE49-F238E27FC236}">
              <a16:creationId xmlns:a16="http://schemas.microsoft.com/office/drawing/2014/main" id="{ABC1803A-47D6-1751-74EA-6D127EA78565}"/>
            </a:ext>
          </a:extLst>
        </p:cNvPr>
        <p:cNvGrpSpPr/>
        <p:nvPr/>
      </p:nvGrpSpPr>
      <p:grpSpPr>
        <a:xfrm>
          <a:off x="0" y="0"/>
          <a:ext cx="0" cy="0"/>
          <a:chOff x="0" y="0"/>
          <a:chExt cx="0" cy="0"/>
        </a:xfrm>
      </p:grpSpPr>
      <p:sp>
        <p:nvSpPr>
          <p:cNvPr id="127" name="Google Shape;127;p29">
            <a:extLst>
              <a:ext uri="{FF2B5EF4-FFF2-40B4-BE49-F238E27FC236}">
                <a16:creationId xmlns:a16="http://schemas.microsoft.com/office/drawing/2014/main" id="{70FD1366-1B2F-6FE3-EEE9-1088D3157865}"/>
              </a:ext>
            </a:extLst>
          </p:cNvPr>
          <p:cNvSpPr txBox="1">
            <a:spLocks noGrp="1"/>
          </p:cNvSpPr>
          <p:nvPr>
            <p:ph type="title"/>
          </p:nvPr>
        </p:nvSpPr>
        <p:spPr>
          <a:xfrm>
            <a:off x="311700" y="438097"/>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&lt;Planning Slide Title&gt;</a:t>
            </a:r>
            <a:endParaRPr dirty="0"/>
          </a:p>
        </p:txBody>
      </p:sp>
    </p:spTree>
    <p:extLst>
      <p:ext uri="{BB962C8B-B14F-4D97-AF65-F5344CB8AC3E}">
        <p14:creationId xmlns:p14="http://schemas.microsoft.com/office/powerpoint/2010/main" val="3531527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Test Plan Template &lt;&lt;Duplicate me&gt;&gt; </a:t>
            </a:r>
            <a:r>
              <a:rPr lang="en" dirty="0">
                <a:hlinkClick r:id="rId3"/>
              </a:rPr>
              <a:t>Click me!</a:t>
            </a:r>
            <a:endParaRPr dirty="0"/>
          </a:p>
        </p:txBody>
      </p:sp>
      <p:graphicFrame>
        <p:nvGraphicFramePr>
          <p:cNvPr id="133" name="Google Shape;133;p30"/>
          <p:cNvGraphicFramePr/>
          <p:nvPr/>
        </p:nvGraphicFramePr>
        <p:xfrm>
          <a:off x="382475" y="1267725"/>
          <a:ext cx="8520600" cy="914340"/>
        </p:xfrm>
        <a:graphic>
          <a:graphicData uri="http://schemas.openxmlformats.org/drawingml/2006/table">
            <a:tbl>
              <a:tblPr>
                <a:noFill/>
                <a:tableStyleId>{DE75342B-3392-498A-B128-D8993A5A64EE}</a:tableStyleId>
              </a:tblPr>
              <a:tblGrid>
                <a:gridCol w="4260300">
                  <a:extLst>
                    <a:ext uri="{9D8B030D-6E8A-4147-A177-3AD203B41FA5}">
                      <a16:colId xmlns:a16="http://schemas.microsoft.com/office/drawing/2014/main" val="20000"/>
                    </a:ext>
                  </a:extLst>
                </a:gridCol>
                <a:gridCol w="42603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sz="1800" b="1"/>
                        <a:t>Test Case</a:t>
                      </a:r>
                      <a:endParaRPr sz="1800" b="1"/>
                    </a:p>
                  </a:txBody>
                  <a:tcPr marL="91425" marR="91425" marT="91425" marB="91425">
                    <a:solidFill>
                      <a:srgbClr val="CCCCCC"/>
                    </a:solidFill>
                  </a:tcPr>
                </a:tc>
                <a:tc>
                  <a:txBody>
                    <a:bodyPr/>
                    <a:lstStyle/>
                    <a:p>
                      <a:pPr marL="0" lvl="0" indent="0" algn="l" rtl="0">
                        <a:spcBef>
                          <a:spcPts val="0"/>
                        </a:spcBef>
                        <a:spcAft>
                          <a:spcPts val="0"/>
                        </a:spcAft>
                        <a:buNone/>
                      </a:pPr>
                      <a:r>
                        <a:rPr lang="en" sz="1800" b="1" dirty="0"/>
                        <a:t>Expected Values</a:t>
                      </a:r>
                      <a:endParaRPr sz="1800" b="1" dirty="0"/>
                    </a:p>
                  </a:txBody>
                  <a:tcPr marL="91425" marR="91425" marT="91425" marB="91425">
                    <a:solidFill>
                      <a:srgbClr val="CCCCCC"/>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endParaRPr sz="1800" dirty="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126">
          <a:extLst>
            <a:ext uri="{FF2B5EF4-FFF2-40B4-BE49-F238E27FC236}">
              <a16:creationId xmlns:a16="http://schemas.microsoft.com/office/drawing/2014/main" id="{D0F0E09C-AEED-245F-87CA-D12446FF9A62}"/>
            </a:ext>
          </a:extLst>
        </p:cNvPr>
        <p:cNvGrpSpPr/>
        <p:nvPr/>
      </p:nvGrpSpPr>
      <p:grpSpPr>
        <a:xfrm>
          <a:off x="0" y="0"/>
          <a:ext cx="0" cy="0"/>
          <a:chOff x="0" y="0"/>
          <a:chExt cx="0" cy="0"/>
        </a:xfrm>
      </p:grpSpPr>
      <p:sp>
        <p:nvSpPr>
          <p:cNvPr id="127" name="Google Shape;127;p29">
            <a:extLst>
              <a:ext uri="{FF2B5EF4-FFF2-40B4-BE49-F238E27FC236}">
                <a16:creationId xmlns:a16="http://schemas.microsoft.com/office/drawing/2014/main" id="{2F26356A-F740-D0B2-F5C9-CC6710BAD4CD}"/>
              </a:ext>
            </a:extLst>
          </p:cNvPr>
          <p:cNvSpPr txBox="1">
            <a:spLocks noGrp="1"/>
          </p:cNvSpPr>
          <p:nvPr>
            <p:ph type="title"/>
          </p:nvPr>
        </p:nvSpPr>
        <p:spPr>
          <a:xfrm>
            <a:off x="311700" y="438097"/>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Update Trello Board - Date</a:t>
            </a:r>
            <a:endParaRPr dirty="0"/>
          </a:p>
        </p:txBody>
      </p:sp>
      <p:sp>
        <p:nvSpPr>
          <p:cNvPr id="2" name="TextBox 1">
            <a:extLst>
              <a:ext uri="{FF2B5EF4-FFF2-40B4-BE49-F238E27FC236}">
                <a16:creationId xmlns:a16="http://schemas.microsoft.com/office/drawing/2014/main" id="{49EB09E7-9AB1-1B5D-44A5-E8415D554086}"/>
              </a:ext>
            </a:extLst>
          </p:cNvPr>
          <p:cNvSpPr txBox="1"/>
          <p:nvPr/>
        </p:nvSpPr>
        <p:spPr>
          <a:xfrm>
            <a:off x="450272" y="1184564"/>
            <a:ext cx="8042563" cy="307777"/>
          </a:xfrm>
          <a:prstGeom prst="rect">
            <a:avLst/>
          </a:prstGeom>
          <a:noFill/>
        </p:spPr>
        <p:txBody>
          <a:bodyPr wrap="square" rtlCol="0">
            <a:spAutoFit/>
          </a:bodyPr>
          <a:lstStyle/>
          <a:p>
            <a:r>
              <a:rPr lang="en-NZ" dirty="0"/>
              <a:t>Use as many of these slides as required until you get to all cards in your Trello board into Done.</a:t>
            </a:r>
          </a:p>
        </p:txBody>
      </p:sp>
    </p:spTree>
    <p:extLst>
      <p:ext uri="{BB962C8B-B14F-4D97-AF65-F5344CB8AC3E}">
        <p14:creationId xmlns:p14="http://schemas.microsoft.com/office/powerpoint/2010/main" val="2418416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126">
          <a:extLst>
            <a:ext uri="{FF2B5EF4-FFF2-40B4-BE49-F238E27FC236}">
              <a16:creationId xmlns:a16="http://schemas.microsoft.com/office/drawing/2014/main" id="{DEA69A7A-A568-7E61-33B9-466438AFD4DD}"/>
            </a:ext>
          </a:extLst>
        </p:cNvPr>
        <p:cNvGrpSpPr/>
        <p:nvPr/>
      </p:nvGrpSpPr>
      <p:grpSpPr>
        <a:xfrm>
          <a:off x="0" y="0"/>
          <a:ext cx="0" cy="0"/>
          <a:chOff x="0" y="0"/>
          <a:chExt cx="0" cy="0"/>
        </a:xfrm>
      </p:grpSpPr>
      <p:sp>
        <p:nvSpPr>
          <p:cNvPr id="127" name="Google Shape;127;p29">
            <a:extLst>
              <a:ext uri="{FF2B5EF4-FFF2-40B4-BE49-F238E27FC236}">
                <a16:creationId xmlns:a16="http://schemas.microsoft.com/office/drawing/2014/main" id="{C56F2D07-07FB-F289-56C1-59F74973E739}"/>
              </a:ext>
            </a:extLst>
          </p:cNvPr>
          <p:cNvSpPr txBox="1">
            <a:spLocks noGrp="1"/>
          </p:cNvSpPr>
          <p:nvPr>
            <p:ph type="title"/>
          </p:nvPr>
        </p:nvSpPr>
        <p:spPr>
          <a:xfrm>
            <a:off x="311700" y="438097"/>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Evidence of Testing - Date</a:t>
            </a:r>
            <a:endParaRPr dirty="0"/>
          </a:p>
        </p:txBody>
      </p:sp>
      <p:sp>
        <p:nvSpPr>
          <p:cNvPr id="2" name="TextBox 1">
            <a:extLst>
              <a:ext uri="{FF2B5EF4-FFF2-40B4-BE49-F238E27FC236}">
                <a16:creationId xmlns:a16="http://schemas.microsoft.com/office/drawing/2014/main" id="{A747211A-9972-198F-8F07-C969CBD7D627}"/>
              </a:ext>
            </a:extLst>
          </p:cNvPr>
          <p:cNvSpPr txBox="1"/>
          <p:nvPr/>
        </p:nvSpPr>
        <p:spPr>
          <a:xfrm>
            <a:off x="450272" y="1184564"/>
            <a:ext cx="8042563" cy="954107"/>
          </a:xfrm>
          <a:prstGeom prst="rect">
            <a:avLst/>
          </a:prstGeom>
          <a:noFill/>
        </p:spPr>
        <p:txBody>
          <a:bodyPr wrap="square" rtlCol="0">
            <a:spAutoFit/>
          </a:bodyPr>
          <a:lstStyle/>
          <a:p>
            <a:r>
              <a:rPr lang="en-NZ" dirty="0"/>
              <a:t>Use as many of these slides as required until you your project is complete.</a:t>
            </a:r>
          </a:p>
          <a:p>
            <a:r>
              <a:rPr lang="en-NZ" dirty="0"/>
              <a:t>			</a:t>
            </a:r>
          </a:p>
          <a:p>
            <a:r>
              <a:rPr lang="en-NZ" dirty="0"/>
              <a:t>		</a:t>
            </a:r>
          </a:p>
          <a:p>
            <a:endParaRPr lang="en-NZ" dirty="0"/>
          </a:p>
        </p:txBody>
      </p:sp>
    </p:spTree>
    <p:extLst>
      <p:ext uri="{BB962C8B-B14F-4D97-AF65-F5344CB8AC3E}">
        <p14:creationId xmlns:p14="http://schemas.microsoft.com/office/powerpoint/2010/main" val="1025061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9EAD3"/>
        </a:solidFill>
        <a:effectLst/>
      </p:bgPr>
    </p:bg>
    <p:spTree>
      <p:nvGrpSpPr>
        <p:cNvPr id="1" name="Shape 137"/>
        <p:cNvGrpSpPr/>
        <p:nvPr/>
      </p:nvGrpSpPr>
      <p:grpSpPr>
        <a:xfrm>
          <a:off x="0" y="0"/>
          <a:ext cx="0" cy="0"/>
          <a:chOff x="0" y="0"/>
          <a:chExt cx="0" cy="0"/>
        </a:xfrm>
      </p:grpSpPr>
      <p:sp>
        <p:nvSpPr>
          <p:cNvPr id="138" name="Google Shape;138;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Version Control Evidence</a:t>
            </a:r>
            <a:endParaRPr/>
          </a:p>
        </p:txBody>
      </p:sp>
      <p:sp>
        <p:nvSpPr>
          <p:cNvPr id="139" name="Google Shape;139;p31"/>
          <p:cNvSpPr txBox="1">
            <a:spLocks noGrp="1"/>
          </p:cNvSpPr>
          <p:nvPr>
            <p:ph type="body" idx="1"/>
          </p:nvPr>
        </p:nvSpPr>
        <p:spPr>
          <a:xfrm>
            <a:off x="311700" y="1152475"/>
            <a:ext cx="8464200" cy="3739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i="1"/>
              <a:t>Your version control evidence should go here.  This could be in the form of annotated screenshots which show you you managed this process or you could make a brief screencast explaining how you implemented version control.</a:t>
            </a:r>
            <a:endParaRPr i="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E599"/>
        </a:solidFill>
        <a:effectLst/>
      </p:bgPr>
    </p:bg>
    <p:spTree>
      <p:nvGrpSpPr>
        <p:cNvPr id="1" name="Shape 143"/>
        <p:cNvGrpSpPr/>
        <p:nvPr/>
      </p:nvGrpSpPr>
      <p:grpSpPr>
        <a:xfrm>
          <a:off x="0" y="0"/>
          <a:ext cx="0" cy="0"/>
          <a:chOff x="0" y="0"/>
          <a:chExt cx="0" cy="0"/>
        </a:xfrm>
      </p:grpSpPr>
      <p:sp>
        <p:nvSpPr>
          <p:cNvPr id="144" name="Google Shape;144;p32"/>
          <p:cNvSpPr txBox="1">
            <a:spLocks noGrp="1"/>
          </p:cNvSpPr>
          <p:nvPr>
            <p:ph type="body" idx="1"/>
          </p:nvPr>
        </p:nvSpPr>
        <p:spPr>
          <a:xfrm>
            <a:off x="311700" y="397700"/>
            <a:ext cx="8520600" cy="417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i="1">
                <a:solidFill>
                  <a:srgbClr val="595959"/>
                </a:solidFill>
              </a:rPr>
              <a:t>Discusses how the information from planning, testing and trialling of components assisted in the development of a high-quality outcome</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A1E9467740344790435E5636B84168" ma:contentTypeVersion="4" ma:contentTypeDescription="Create a new document." ma:contentTypeScope="" ma:versionID="80f4fa6e40001ede64563ff75c82ea02">
  <xsd:schema xmlns:xsd="http://www.w3.org/2001/XMLSchema" xmlns:xs="http://www.w3.org/2001/XMLSchema" xmlns:p="http://schemas.microsoft.com/office/2006/metadata/properties" xmlns:ns2="4435a4c3-575c-4541-823b-0e3451008eef" targetNamespace="http://schemas.microsoft.com/office/2006/metadata/properties" ma:root="true" ma:fieldsID="a368349c5f022058d7186fd10ad652c3" ns2:_="">
    <xsd:import namespace="4435a4c3-575c-4541-823b-0e3451008eef"/>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35a4c3-575c-4541-823b-0e3451008eef"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4435a4c3-575c-4541-823b-0e3451008eef" xsi:nil="true"/>
  </documentManagement>
</p:properties>
</file>

<file path=customXml/itemProps1.xml><?xml version="1.0" encoding="utf-8"?>
<ds:datastoreItem xmlns:ds="http://schemas.openxmlformats.org/officeDocument/2006/customXml" ds:itemID="{A8072236-B695-4383-863B-128C393161B5}"/>
</file>

<file path=customXml/itemProps2.xml><?xml version="1.0" encoding="utf-8"?>
<ds:datastoreItem xmlns:ds="http://schemas.openxmlformats.org/officeDocument/2006/customXml" ds:itemID="{6574F268-C128-4F7E-B380-0C3A26F5A599}"/>
</file>

<file path=customXml/itemProps3.xml><?xml version="1.0" encoding="utf-8"?>
<ds:datastoreItem xmlns:ds="http://schemas.openxmlformats.org/officeDocument/2006/customXml" ds:itemID="{7A69D923-50B5-4095-A57F-A8DF249F6B4A}"/>
</file>

<file path=docProps/app.xml><?xml version="1.0" encoding="utf-8"?>
<Properties xmlns="http://schemas.openxmlformats.org/officeDocument/2006/extended-properties" xmlns:vt="http://schemas.openxmlformats.org/officeDocument/2006/docPropsVTypes">
  <TotalTime>116</TotalTime>
  <Words>764</Words>
  <Application>Microsoft Office PowerPoint</Application>
  <PresentationFormat>On-screen Show (16:9)</PresentationFormat>
  <Paragraphs>55</Paragraphs>
  <Slides>16</Slides>
  <Notes>16</Notes>
  <HiddenSlides>0</HiddenSlides>
  <MMClips>0</MMClips>
  <ScaleCrop>false</ScaleCrop>
  <HeadingPairs>
    <vt:vector size="6" baseType="variant">
      <vt:variant>
        <vt:lpstr>Fonts Used</vt:lpstr>
      </vt:variant>
      <vt:variant>
        <vt:i4>1</vt:i4>
      </vt:variant>
      <vt:variant>
        <vt:lpstr>Theme</vt:lpstr>
      </vt:variant>
      <vt:variant>
        <vt:i4>3</vt:i4>
      </vt:variant>
      <vt:variant>
        <vt:lpstr>Slide Titles</vt:lpstr>
      </vt:variant>
      <vt:variant>
        <vt:i4>16</vt:i4>
      </vt:variant>
    </vt:vector>
  </HeadingPairs>
  <TitlesOfParts>
    <vt:vector size="20" baseType="lpstr">
      <vt:lpstr>Arial</vt:lpstr>
      <vt:lpstr>Simple Light</vt:lpstr>
      <vt:lpstr>Simple Light</vt:lpstr>
      <vt:lpstr>1_Simple Light</vt:lpstr>
      <vt:lpstr>Program Name goes here</vt:lpstr>
      <vt:lpstr>Authenticity!!</vt:lpstr>
      <vt:lpstr>Relevant Implications</vt:lpstr>
      <vt:lpstr>Relevant Implications</vt:lpstr>
      <vt:lpstr>Relevant Implications</vt:lpstr>
      <vt:lpstr>Work Log</vt:lpstr>
      <vt:lpstr>Work Log</vt:lpstr>
      <vt:lpstr>Decomposition</vt:lpstr>
      <vt:lpstr>&lt;Planning Slide Title&gt;</vt:lpstr>
      <vt:lpstr>&lt;Planning Slide Title&gt;</vt:lpstr>
      <vt:lpstr>&lt;Planning Slide Title&gt;</vt:lpstr>
      <vt:lpstr>Test Plan Template &lt;&lt;Duplicate me&gt;&gt; Click me!</vt:lpstr>
      <vt:lpstr>Update Trello Board - Date</vt:lpstr>
      <vt:lpstr>Evidence of Testing - Date</vt:lpstr>
      <vt:lpstr>Version Control Evidence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Lee Macri</cp:lastModifiedBy>
  <cp:revision>1</cp:revision>
  <dcterms:modified xsi:type="dcterms:W3CDTF">2026-05-23T22:01:13Z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0x01010084A1E9467740344790435E5636B84168</vt:lpwstr>
  </property>
</Properties>
</file>